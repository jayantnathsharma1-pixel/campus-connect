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Campus Connect: Campus Life, Debugged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Addressing Problem Statement 07 (Fretbox)</a:t>
            </a:r>
          </a:p>
          <a:p>
            <a:r>
              <a:t>One Platform. Zero Friction.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(The Tuesday Mess)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Fragmented Systems: Students juggle 4 apps, 6 notice boards, and multiple WhatsApp groups.</a:t>
            </a:r>
          </a:p>
          <a:p>
            <a:pPr>
              <a:defRPr sz="2200"/>
            </a:pPr>
            <a:r>
              <a:t>Wasted Time: Hours lost in queues for certificates, fee queries, and gate passes.</a:t>
            </a:r>
          </a:p>
          <a:p>
            <a:pPr>
              <a:defRPr sz="2200"/>
            </a:pPr>
            <a:r>
              <a:t>Zero Visibility: Administrators track attendance and requests on scattered paper registers.</a:t>
            </a:r>
          </a:p>
          <a:p>
            <a:pPr>
              <a:defRPr sz="2200"/>
            </a:pPr>
            <a:r>
              <a:t>The Result: Routine tasks take an entire afternoon instead of 2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- Campus Connect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For Students: A single portal for attendance, timetables, and document requests.</a:t>
            </a:r>
          </a:p>
          <a:p>
            <a:pPr>
              <a:defRPr sz="2200"/>
            </a:pPr>
            <a:r>
              <a:t>For Administrators: Real-time dashboard showing pending requests and issue routing.</a:t>
            </a:r>
          </a:p>
          <a:p>
            <a:pPr>
              <a:defRPr sz="2200"/>
            </a:pPr>
            <a:r>
              <a:t>Communication: Targeted, centralized notifications replacing chaotic WhatsApp forwards.</a:t>
            </a:r>
          </a:p>
          <a:p>
            <a:pPr>
              <a:defRPr sz="2200"/>
            </a:pPr>
            <a:r>
              <a:t>Result: One unified campus platform for everyone.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Workflows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Workflow 1: Document Requests - Instant digital certificate generation verified via secure OTP.</a:t>
            </a:r>
          </a:p>
          <a:p>
            <a:pPr>
              <a:defRPr sz="2200"/>
            </a:pPr>
            <a:r>
              <a:t>Workflow 2: Daily Operations - Real-time attendance visibility and timetable updates.</a:t>
            </a:r>
          </a:p>
          <a:p>
            <a:pPr>
              <a:defRPr sz="2200"/>
            </a:pPr>
            <a:r>
              <a:t>Workflow 3: Facility Operations - Digital notice boards for staff and targeted announcements.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Administrator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Actionable Insight: Live statistics on pending approvals and active requests.</a:t>
            </a:r>
          </a:p>
          <a:p>
            <a:pPr>
              <a:defRPr sz="2200"/>
            </a:pPr>
            <a:r>
              <a:t>Workload Distribution: Clear overview of which department is handling what.</a:t>
            </a:r>
          </a:p>
          <a:p>
            <a:pPr>
              <a:defRPr sz="2200"/>
            </a:pPr>
            <a:r>
              <a:t>Audit Trail: Every request and approval is tracked, logged, and timestamped.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Accessibility &amp; Technical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Low-Bandwidth Optimized: Built with lightweight HTML/CSS to load instantly.</a:t>
            </a:r>
          </a:p>
          <a:p>
            <a:pPr>
              <a:defRPr sz="2200"/>
            </a:pPr>
            <a:r>
              <a:t>Device Agnostic: Fully responsive design for low-end smartphones.</a:t>
            </a:r>
          </a:p>
          <a:p>
            <a:pPr>
              <a:defRPr sz="2200"/>
            </a:pPr>
            <a:r>
              <a:t>Secure Access: Built-in OTP verification for sensitive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Phase 1 (Shadow Mode): Run Campus Connect in parallel with existing registers to build trust.</a:t>
            </a:r>
          </a:p>
          <a:p>
            <a:pPr>
              <a:defRPr sz="2200"/>
            </a:pPr>
            <a:r>
              <a:t>Phase 2 (Incentivized Adoption): Move high-friction tasks exclusively to the app.</a:t>
            </a:r>
          </a:p>
          <a:p>
            <a:pPr>
              <a:defRPr sz="2200"/>
            </a:pPr>
            <a:r>
              <a:t>Data Migration: Simple bulk uploads for existing student data and timetables.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Reduces student friction for daily tasks from hours to minutes.</a:t>
            </a:r>
          </a:p>
          <a:p>
            <a:pPr>
              <a:defRPr sz="2200"/>
            </a:pPr>
            <a:r>
              <a:t>Gives administrators unprecedented tracking and insight.</a:t>
            </a:r>
          </a:p>
          <a:p>
            <a:pPr>
              <a:defRPr sz="2200"/>
            </a:pPr>
            <a:r>
              <a:t>Highly accessible, responsive, and ready to deploy today.</a:t>
            </a:r>
          </a:p>
          <a:p>
            <a:pPr>
              <a:defRPr sz="2200"/>
            </a:pPr>
            <a:r>
              <a:t>Thank You! Open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